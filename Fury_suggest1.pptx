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297" r:id="rId1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Fury suggests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: Chatbot </a:t>
            </a:r>
            <a:r>
              <a:rPr lang="en-IN" sz="2400" dirty="0"/>
              <a:t>for Blood Report Explanation</a:t>
            </a: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950061"/>
            <a:ext cx="6583680" cy="681173"/>
          </a:xfrm>
        </p:spPr>
        <p:txBody>
          <a:bodyPr/>
          <a:lstStyle/>
          <a:p>
            <a:r>
              <a:rPr lang="en-US" dirty="0"/>
              <a:t>Points to be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4" y="2028945"/>
            <a:ext cx="6583680" cy="3207344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Problem Statements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Agent functionality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Architecture &amp; Workflow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Future Scopes and Improvements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232DDE-E669-8EB0-D0BD-8F7E2528C9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7" r="3189"/>
          <a:stretch>
            <a:fillRect/>
          </a:stretch>
        </p:blipFill>
        <p:spPr>
          <a:xfrm>
            <a:off x="7039895" y="1924062"/>
            <a:ext cx="4719485" cy="36924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36700DD-881C-9BC7-5599-829C9FC1F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3863407" cy="1194312"/>
          </a:xfrm>
        </p:spPr>
        <p:txBody>
          <a:bodyPr/>
          <a:lstStyle/>
          <a:p>
            <a:r>
              <a:rPr lang="en-US" dirty="0"/>
              <a:t>Existing PROBLEMS</a:t>
            </a:r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2420280-8EA7-289A-29F6-E0D166F01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723535"/>
            <a:ext cx="5259554" cy="298900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Manual Interpretation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Lack of Personalized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Delayed Diagnosis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Poor Patient Understanding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Data Security &amp; Privacy Issues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Limited Access in Rural Areas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Being Doubtful about the suggestions of doctor.</a:t>
            </a: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CF86CB9-6192-B5C4-AD09-7CA96F63F79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6301" r="16301"/>
          <a:stretch/>
        </p:blipFill>
        <p:spPr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3B25E4-F398-C596-4C7E-11A700E06350}"/>
              </a:ext>
            </a:extLst>
          </p:cNvPr>
          <p:cNvSpPr txBox="1"/>
          <p:nvPr/>
        </p:nvSpPr>
        <p:spPr>
          <a:xfrm>
            <a:off x="9409783" y="1850160"/>
            <a:ext cx="1981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REPORT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702699"/>
          </a:xfrm>
        </p:spPr>
        <p:txBody>
          <a:bodyPr/>
          <a:lstStyle/>
          <a:p>
            <a:r>
              <a:rPr lang="en-US" dirty="0"/>
              <a:t>Functionalities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241753"/>
            <a:ext cx="5259554" cy="4031227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Input Collection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Range-Based Comparison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Multi-Test Analysis Support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Instant Result Display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Basic Health Screening Assistance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User-Friendly Interaction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Medical Awareness Enhancement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0C1C4DE-FEA9-0E29-CB37-CB151B7DC4F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1263" r="21263"/>
          <a:stretch/>
        </p:blipFill>
        <p:spPr>
          <a:xfrm>
            <a:off x="7620761" y="205390"/>
            <a:ext cx="4344695" cy="6447220"/>
          </a:xfrm>
          <a:prstGeom prst="rect">
            <a:avLst/>
          </a:prstGeom>
          <a:solidFill>
            <a:srgbClr val="AAC3E8"/>
          </a:solidFill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3" y="130429"/>
            <a:ext cx="7965461" cy="653539"/>
          </a:xfrm>
        </p:spPr>
        <p:txBody>
          <a:bodyPr/>
          <a:lstStyle/>
          <a:p>
            <a:r>
              <a:rPr lang="en-US" dirty="0"/>
              <a:t>Architecture &amp;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4" y="1152348"/>
            <a:ext cx="7965460" cy="305555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u="sng" dirty="0"/>
              <a:t>ARCHITECTURE :</a:t>
            </a:r>
          </a:p>
          <a:p>
            <a:r>
              <a:rPr lang="en-US" dirty="0"/>
              <a:t>Input Layer: This is where the user enters medical report values such as cholesterol, WBC, TSH, creatinine, etc. The chatbot collects these values using input statements.</a:t>
            </a:r>
          </a:p>
          <a:p>
            <a:r>
              <a:rPr lang="en-US" dirty="0"/>
              <a:t>Processing Layer: In this part, the chatbot compares the entered values with predefined normal ranges. It uses simple if-else conditions to check whether the value is: Low, Normal or High. This is the decision-making part of the chatbot.</a:t>
            </a:r>
          </a:p>
          <a:p>
            <a:r>
              <a:rPr lang="en-US" dirty="0"/>
              <a:t>Output Layer: After comparison, the chatbot displays: Whether the value is normal or abnormal. Possible health risks related to abnormal values. The output is shown in simple language so that the user can understand easily. 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8B797-650B-FD68-AB5F-7C0F56DE2A3D}"/>
              </a:ext>
            </a:extLst>
          </p:cNvPr>
          <p:cNvSpPr txBox="1"/>
          <p:nvPr/>
        </p:nvSpPr>
        <p:spPr>
          <a:xfrm>
            <a:off x="3460563" y="4207899"/>
            <a:ext cx="83038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accent3">
                    <a:lumMod val="50000"/>
                  </a:schemeClr>
                </a:solidFill>
              </a:rPr>
              <a:t>WORKFLOW :</a:t>
            </a:r>
          </a:p>
          <a:p>
            <a:endParaRPr lang="en-US" b="1" u="sng" dirty="0">
              <a:solidFill>
                <a:schemeClr val="accent3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The user runs the program.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The chatbot asks the user to enter medical test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The program stores these values in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It compares each value with standard normal ranges.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Based on the comparison, it decides the health condition using if-else statements.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The chatbot then prints the result and possible health issues.</a:t>
            </a:r>
            <a:endParaRPr lang="en-IN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8" y="796412"/>
            <a:ext cx="7043617" cy="560439"/>
          </a:xfrm>
        </p:spPr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2045878"/>
            <a:ext cx="7043618" cy="3996105"/>
          </a:xfrm>
        </p:spPr>
        <p:txBody>
          <a:bodyPr>
            <a:normAutofit/>
          </a:bodyPr>
          <a:lstStyle/>
          <a:p>
            <a:r>
              <a:rPr lang="en-US" b="1" dirty="0"/>
              <a:t>1. </a:t>
            </a:r>
            <a:r>
              <a:rPr lang="en-US" sz="1800" b="1" dirty="0"/>
              <a:t>Use Case:  Checking Cholesterol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Situation: A user receives a lipid profile report.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Example : User enters LDL = 145 mg/Dl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Chatbot Response : “LDL is HIGH → Risk of heart disease.”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Purpose : Helps user understand heart risk instantly.</a:t>
            </a:r>
          </a:p>
          <a:p>
            <a:endParaRPr lang="en-US" dirty="0"/>
          </a:p>
          <a:p>
            <a:r>
              <a:rPr lang="en-US" b="1" dirty="0"/>
              <a:t>2. </a:t>
            </a:r>
            <a:r>
              <a:rPr lang="en-US" sz="1800" b="1" dirty="0"/>
              <a:t>Use Case:  Detecting Thyroid Imbalance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Situation : User feels tired and checks thyroid report.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Example : User enters TSH = 6.5 </a:t>
            </a:r>
            <a:r>
              <a:rPr lang="en-US" sz="1800" dirty="0" err="1"/>
              <a:t>mIU</a:t>
            </a:r>
            <a:r>
              <a:rPr lang="en-US" sz="1800" dirty="0"/>
              <a:t>/L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Chatbot Response : “TSH HIGH → Possible Hypothyroidism.”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Purpose : Early </a:t>
            </a:r>
            <a:r>
              <a:rPr lang="en-US" sz="1800" dirty="0" err="1"/>
              <a:t>idication</a:t>
            </a:r>
            <a:r>
              <a:rPr lang="en-US" sz="1800" dirty="0"/>
              <a:t> of thyroid disorder.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3" y="493921"/>
            <a:ext cx="7796464" cy="551914"/>
          </a:xfrm>
        </p:spPr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3226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sz="2400" b="1" dirty="0"/>
              <a:t>1. Not a Medical Diagnosis Tool:</a:t>
            </a:r>
          </a:p>
          <a:p>
            <a:r>
              <a:rPr lang="en-US" sz="2000" dirty="0"/>
              <a:t>The chatbot only provides basic analysis based on fixed ranges. It does not consider medical history, symptoms, or other health factors. It cannot confirm diseases and should not replace a doctor.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sz="2400" b="1" dirty="0"/>
              <a:t>2. Fixed Reference Ranges:</a:t>
            </a:r>
          </a:p>
          <a:p>
            <a:r>
              <a:rPr lang="en-US" sz="2000" dirty="0"/>
              <a:t>The chatbot uses predefined normal values. However, medical ranges may vary based on age, gender, and lab standards, so the results may not always be fully accurate and precise.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B7779B-D694-005A-B27C-19741A888433}"/>
              </a:ext>
            </a:extLst>
          </p:cNvPr>
          <p:cNvSpPr txBox="1"/>
          <p:nvPr/>
        </p:nvSpPr>
        <p:spPr>
          <a:xfrm>
            <a:off x="2123394" y="1286058"/>
            <a:ext cx="4893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 FEW LIMITATIONS ARE GIVEN BELOW</a:t>
            </a:r>
            <a:endParaRPr lang="en-IN" sz="20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28688"/>
            <a:ext cx="7631709" cy="1128332"/>
          </a:xfrm>
        </p:spPr>
        <p:txBody>
          <a:bodyPr/>
          <a:lstStyle/>
          <a:p>
            <a:r>
              <a:rPr lang="en-US" dirty="0"/>
              <a:t>Future Scopes and Improvements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815201"/>
            <a:ext cx="7498080" cy="311411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Integration with Hospital Systems</a:t>
            </a:r>
          </a:p>
          <a:p>
            <a:pPr marL="0" indent="0">
              <a:buNone/>
            </a:pPr>
            <a:r>
              <a:rPr lang="en-US" sz="1600" dirty="0"/>
              <a:t>The chatbot can be connected to hospital databases for automatic report reading.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AI &amp; Machine Learning Integration</a:t>
            </a:r>
          </a:p>
          <a:p>
            <a:pPr marL="0" indent="0">
              <a:buNone/>
            </a:pPr>
            <a:r>
              <a:rPr lang="en-US" sz="1600" dirty="0"/>
              <a:t>It can be upgraded to learn from medical data and provide smarter predictions.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Mobile App Development</a:t>
            </a:r>
          </a:p>
          <a:p>
            <a:pPr marL="0" indent="0">
              <a:buNone/>
            </a:pPr>
            <a:r>
              <a:rPr lang="en-US" sz="1600" dirty="0"/>
              <a:t>The chatbot can be converted into an Android/iOS health application.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2C2B8E4-695E-546C-A0C4-8D3E1172F7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822425" y="928688"/>
            <a:ext cx="2369575" cy="3712138"/>
          </a:xfrm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F9554E1-2B0D-3E01-8E4D-706C8FB3A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224" y="830365"/>
            <a:ext cx="3726425" cy="592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983226"/>
            <a:ext cx="5715000" cy="72613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BFF6A-5116-73DE-A121-C31CAAD74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45" y="3123586"/>
            <a:ext cx="5948515" cy="310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{4D7F7A7C-1AF6-44B0-829D-0225700E3B00}tf78438558_win32</Template>
  <TotalTime>148</TotalTime>
  <Words>521</Words>
  <Application>Microsoft Office PowerPoint</Application>
  <PresentationFormat>Widescreen</PresentationFormat>
  <Paragraphs>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Sabon Next LT</vt:lpstr>
      <vt:lpstr>Custom</vt:lpstr>
      <vt:lpstr>Fury suggests  : Chatbot for Blood Report Explanation </vt:lpstr>
      <vt:lpstr>Points to be covered</vt:lpstr>
      <vt:lpstr>Existing PROBLEMS</vt:lpstr>
      <vt:lpstr>Functionalities</vt:lpstr>
      <vt:lpstr>Architecture &amp; Workflow</vt:lpstr>
      <vt:lpstr>Use cases</vt:lpstr>
      <vt:lpstr>Limitations</vt:lpstr>
      <vt:lpstr>Future Scopes and Improvements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Rutu Soni</dc:creator>
  <cp:lastModifiedBy>Rutu Soni</cp:lastModifiedBy>
  <cp:revision>1</cp:revision>
  <dcterms:created xsi:type="dcterms:W3CDTF">2026-02-12T05:02:25Z</dcterms:created>
  <dcterms:modified xsi:type="dcterms:W3CDTF">2026-02-12T07:31:18Z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